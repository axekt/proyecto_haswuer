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Señales y FFT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Resolución del Laboratorio #1</a:t>
            </a:r>
          </a:p>
          <a:p>
            <a:r>
              <a:t>Autor: chitiño</a:t>
            </a:r>
          </a:p>
          <a:p>
            <a:r>
              <a:t>Ingeniería Civil en Informática - 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Desafío de las Señales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Arquitectura de Hardware, las señales rara vez son puras; suelen venir mezcladas con interferencias.</a:t>
            </a:r>
          </a:p>
          <a:p>
            <a:r>
              <a:t>Objetivo: Tomar una señal compleja, simular ruido y analizar sus componentes originales.</a:t>
            </a:r>
          </a:p>
          <a:p>
            <a:r>
              <a:t>Para lograrlo, utilizamos la Transformada Rápida de Fourier (FFT).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FFT?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FFT es un algoritmo matemático que actúa como un 'prisma'.</a:t>
            </a:r>
          </a:p>
          <a:p>
            <a:r>
              <a:t>Convierte una señal del dominio del TIEMPO al dominio de la FRECUENCIA.</a:t>
            </a:r>
          </a:p>
          <a:p>
            <a:r>
              <a:t>Nos permite ver exactamente qué frecuencias (en Hz) componen una onda, separando la señal útil del ruido.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Implementación con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utilizó NumPy para procesar las matrices de datos de forma eficiente.</a:t>
            </a:r>
          </a:p>
          <a:p>
            <a:r>
              <a:t>np.fft.fft(W12): Calcula la transformada de la onda combinada (1000Hz + 50Hz).</a:t>
            </a:r>
          </a:p>
          <a:p>
            <a:r>
              <a:t>np.fft.fftfreq(...): Crea el eje X para poder leer los resultados en Hertz (Hz) en nuestro gráfico.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Visualización con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Usamos plt.subplots(2, 2) para crear un tablero de 4 gráficas comparativas.</a:t>
            </a:r>
          </a:p>
          <a:p>
            <a:r>
              <a:t>Gráficas 1 y 2: Visualizan la Onda Original (1000 Hz) y la Onda Ruido (50 Hz) por separado.</a:t>
            </a:r>
          </a:p>
          <a:p>
            <a:r>
              <a:t>Gráfica 3: Muestra la suma caótica de ambas en el tiempo.</a:t>
            </a:r>
          </a:p>
          <a:p>
            <a:r>
              <a:t>Gráfica 4 (FFT): Aísla las frecuencias, revelando picos perfectos en 50 Hz y 1000 Hz.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del Laboratorio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matemática de Fourier logró detectar los componentes ocultos en la señal con total precisión.</a:t>
            </a:r>
          </a:p>
          <a:p>
            <a:r>
              <a:t>Entender esto es vital para el diseño de filtros y la limpieza de datos en sistemas reales.</a:t>
            </a:r>
          </a:p>
          <a:p>
            <a:r>
              <a:t>Python (NumPy + Matplotlib) transforma cálculos complejos en análisis visuales fáciles de interpretar.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